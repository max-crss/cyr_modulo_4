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D4ED8"/>
                </a:solidFill>
              </a:defRPr>
            </a:pPr>
            <a:r>
              <a:t>Instalación de Canaletas y Conectividad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Material de apoyo para 3° 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Material de apoyo para 3° medio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Aprender a planificar, instalar y ordenar canaletas para proteger cables y mejorar la conectividad de una instalación.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Objetivo de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Comprender el proceso de instalación de canaletas, reconociendo herramientas, materiales, medidas de seguridad y buenas prácticas para lograr un trabajo limpio, seguro y funcional.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Identificar el uso de las canaletas en instalaciones eléctricas y de conectividad.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Aplicar una secuencia de trabajo ordenada.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Valorar la prolijidad, la seguridad y la planificación técnica.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¿Qué es una canaleta?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Una canaleta es un elemento que se instala sobre muros, esquinas o superficies para conducir y proteger cables eléctricos, de red o de señal.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Su función principal es mantener los cables ordenados, protegidos y visibles para facilitar el mantenimiento.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Ventajas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Mejora el orden del cableado.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Protege los conductores.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Facilita futuras ampliaciones.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Entrega una terminación más profesional.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¿Para qué sirven las canaletas en oficinas y salas de trabajo?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En oficinas, laboratorios, salas de clases y espacios administrativos, las canaletas son muy importantes porque permiten ordenar el cableado de computadores, impresoras, teléfonos, cámaras, routers y otros equipos.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Cuando el cableado queda suelto o desordenado, aumenta el riesgo de tropiezos, tirones accidentales, daño en conectores y problemas en la transmisión de datos.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¿En qué ayudan?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Evitan accidentes por cables expuestos.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Mejoran la presentación del espacio de trabajo.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Facilitan la limpieza y el mantenimiento.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Permiten identificar mejor los recorridos del cableado.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Favorecen una instalación más profesional y duradera.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Importancia en la conectividad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Protección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Las canaletas cuidan los cables de golpes, roces y tirones que pueden afectar su funcionamiento.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Orden técnico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Una instalación ordenada facilita detectar fallas, reemplazar cables y ampliar la red.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Continuidad del servicio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Al proteger la infraestructura, ayudan a mantener conectados los equipos y evitar interrupciones.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En una oficina, una mala organización del cableado puede afectar el trabajo diario, la comunicación y el uso normal de los equipos.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Herramientas y materiales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 b="1">
                <a:solidFill>
                  <a:srgbClr val="0F172A"/>
                </a:solidFill>
              </a:defRPr>
            </a:pPr>
            <a:r>
              <a:t>Elemento</a:t>
            </a:r>
          </a:p>
          <a:p>
            <a:pPr lvl="1">
              <a:defRPr sz="1800" b="1">
                <a:solidFill>
                  <a:srgbClr val="0F172A"/>
                </a:solidFill>
              </a:defRPr>
            </a:pPr>
            <a:r>
              <a:t>Uso</a:t>
            </a:r>
          </a:p>
          <a:p>
            <a:pPr lvl="1">
              <a:defRPr sz="1800" b="1">
                <a:solidFill>
                  <a:srgbClr val="0F172A"/>
                </a:solidFill>
              </a:defRPr>
            </a:pPr>
            <a:r>
              <a:t>Descripción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Cinta métrica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Medición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Permite medir con precisión los tramos antes de cortar.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Lápiz o marcador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Trazado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Sirve para marcar líneas guía y puntos de fijación.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Nivel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Alineación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Ayuda a que la canaleta quede recta y con mejor terminación.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Sierra o herramienta de corte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Corte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Se utiliza para ajustar la canaleta al largo requerido.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Taladro, tornillos y tarugos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Fijación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Permiten sujetar firmemente la canaleta cuando corresponde.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Canaleta y accesorios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Instalación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Incluye base, tapa, uniones, esquinas y terminales.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Seguridad en el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Trabajar con orden y atención.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Revisar el estado de las herramientas antes de usarlas.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Usar lentes de seguridad si hay corte o perforación.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Evitar perforar sin revisar previamente el área.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Seguir siempre las indicaciones del docente.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La seguridad es parte fundamental del trabajo técnico y debe considerarse desde el inicio hasta el cierre de la actividad.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1: Planificar el recorrido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Antes de instalar, se debe observar el espacio y decidir por dónde pasará la canaleta. Se recomienda elegir trayectos rectos, cercanos a esquinas o bordes y que no interfieran con el tránsito de personas.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Planificar bien ayuda a ahorrar material, evitar errores y obtener una instalación más limpia y segura.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2: Medir y marcar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Con la cinta métrica se toma la medida exacta del tramo a cubrir. Luego se utiliza lápiz o marcador para señalar la ubicación de la canaleta.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Si se usa un nivel, la instalación tendrá una mejor presentación y evitará desviaciones.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Consejo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Medir dos veces antes de cortar permite reducir errores y desperdicio de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3: Cortar y presentar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La canaleta se corta según la medida obtenida. El corte debe ser recto y limpio para asegurar una buena unión con tapas o accesorios.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Antes de fijarla definitivamente, se recomienda presentarla sobre la superficie para confirmar que encaja bien en el recorrido planificado.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4: Fijar la canaleta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Una vez verificado el recorrido, se fija la base de la canaleta. Dependiendo de la superficie y del trabajo, se puede usar fijación mecánica con tornillos y tarugos.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La fijación debe quedar firme, alineada y sin deformar la canaleta.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5: Instalar los 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Los cables deben quedar ordenados dentro de la canaleta. No se deben forzar, apretar en exceso ni doblar de manera brusca.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En el caso de conectividad, una mala manipulación puede afectar el funcionamiento del enlace.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Recomendación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Ordenar por tipo de cable.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Evitar tensión innecesaria.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Identificar cables cuando sea posible.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Paso 6: Cerrar y revisar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Después de ordenar el cableado, se coloca la tapa y los accesorios de terminación. Luego se revisa que todo quede firme, derecho y limpio.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Si se trata de un cable de red, conviene comprobar la conectividad para asegurar que el sistema funcione correctamente.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Beneficios de una instalación bien hecha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Más seguridad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Disminuye riesgos de accidentes y protege mejor el cableado.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Más orden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El entorno se ve más limpio y profesional, lo que mejora la organización del espacio.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Más eficiencia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Facilita el mantenimiento, la detección de fallas y la ampliación de nuevas conexiones.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Buenas prácticas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Orden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Mantener el lugar limpio y las herramientas organizadas mejora el trabajo.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Precisión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Medir bien y revisar la alineación permite mejores terminaciones.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Revisión final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Siempre conviene revisar fijación, tapa, accesorios y estado del cableado.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Errores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Cortar sin medir correctamente.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Instalar la canaleta torcida.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Dejar cables comprimidos o desordenados.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No considerar accesorios de unión o esquinas.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Trabajar sin orden ni medidas de seguridad.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D4ED8"/>
                </a:solidFill>
              </a:defRPr>
            </a:pPr>
            <a:r>
              <a:t>Actividad práctica para 3° medio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Desafío: en grupos, instalar un tramo de canaleta sobre una superficie de práctica siguiendo un recorrido definido.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Planificar el recorrido.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Medir y marcar.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Cortar y presentar.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Fijar.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Instalar el cable.</a:t>
            </a:r>
          </a:p>
          <a:p>
            <a:pPr lvl="1">
              <a:defRPr sz="1800" b="0">
                <a:solidFill>
                  <a:srgbClr val="475569"/>
                </a:solidFill>
              </a:defRPr>
            </a:pPr>
            <a:r>
              <a:t>• Cerrar y revisar.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Criterios de evaluación: seguridad, orden, precisión, trabajo en equipo y calidad de terminación.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D4ED8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Una instalación de canaletas bien realizada protege los cables, mejora la conectividad y entrega una presentación más profesional.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Una instalación de canaletas bien realizada protege los cables, mejora la conectividad y entrega una presentación más profesional.</a:t>
            </a:r>
          </a:p>
          <a:p>
            <a:pPr>
              <a:defRPr sz="2000" b="0">
                <a:solidFill>
                  <a:srgbClr val="475569"/>
                </a:solidFill>
              </a:defRPr>
            </a:pPr>
            <a:r>
              <a:t>La calidad técnica también se demuestra en el orden, la seguridad y la prolijidad.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