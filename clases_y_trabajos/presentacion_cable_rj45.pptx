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/>
              <a:t>Confección de Cable de Red con Conector RJ45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Clase práctica de Conectividad y Redes</a:t>
            </a:r>
          </a:p>
          <a:p>
            <a:r>
              <a:rPr sz="1800"/>
              <a:t>Fecha: ____________   Curso: ____________   Docente/Relator: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Objetivo de la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Aprender a identificar materiales, herramientas y pasos para fabricar un cable de red RJ45 funcional.</a:t>
            </a:r>
          </a:p>
          <a:p>
            <a:pPr/>
            <a:r>
              <a:rPr sz="1800"/>
              <a:t>Aplicar correctamente el orden de colores según norma T568A o T568B.</a:t>
            </a:r>
          </a:p>
          <a:p>
            <a:pPr/>
            <a:r>
              <a:rPr sz="1800"/>
              <a:t>Comprobar el cable con tester para validar continuidad y pinout.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¿Qué es un cable de red UTP?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UTP (Unshielded Twisted Pair) es un cable de cobre con 4 pares trenzados.</a:t>
            </a:r>
          </a:p>
          <a:p>
            <a:pPr/>
            <a:r>
              <a:rPr sz="1800"/>
              <a:t>Se usa ampliamente en redes Ethernet para conectar PCs, switches, routers y patch panels.</a:t>
            </a:r>
          </a:p>
          <a:p>
            <a:pPr/>
            <a:r>
              <a:rPr sz="1800"/>
              <a:t>Es base del cableado estructurado en salas, oficinas y laboratorios.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Partes del cable UTP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Cubierta exterior: protege mecánicamente el cable.</a:t>
            </a:r>
          </a:p>
          <a:p>
            <a:pPr/>
            <a:r>
              <a:rPr sz="1800"/>
              <a:t>Pares trenzados: 8 hilos organizados en 4 pares de colores.</a:t>
            </a:r>
          </a:p>
          <a:p>
            <a:pPr/>
            <a:r>
              <a:rPr sz="1800"/>
              <a:t>Conductores: transmiten la señal eléctrica de datos.</a:t>
            </a:r>
          </a:p>
          <a:p>
            <a:pPr/>
            <a:r>
              <a:rPr sz="1800"/>
              <a:t>Los pares van trenzados para reducir interferencias (EMI) y diafonía.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¿Qué es un conector RJ45?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Conector modular de 8 posiciones y 8 contactos (8P8C).</a:t>
            </a:r>
          </a:p>
          <a:p>
            <a:pPr/>
            <a:r>
              <a:rPr sz="1800"/>
              <a:t>Permite terminar el cable UTP para conectarlo a equipos de red.</a:t>
            </a:r>
          </a:p>
          <a:p>
            <a:pPr/>
            <a:r>
              <a:rPr sz="1800"/>
              <a:t>Los pines se numeran de 1 a 8 (vista frontal, pestaña hacia atrás).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Herramientas necesarias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Cable UTP (Cat5e/Cat6 según práctica).</a:t>
            </a:r>
          </a:p>
          <a:p>
            <a:pPr/>
            <a:r>
              <a:rPr sz="1800"/>
              <a:t>Conectores RJ45 compatibles con el cable.</a:t>
            </a:r>
          </a:p>
          <a:p>
            <a:pPr/>
            <a:r>
              <a:rPr sz="1800"/>
              <a:t>Crimpeadora (ponchadora) para RJ45.</a:t>
            </a:r>
          </a:p>
          <a:p>
            <a:pPr/>
            <a:r>
              <a:rPr sz="1800"/>
              <a:t>Pelacables o cortador.</a:t>
            </a:r>
          </a:p>
          <a:p>
            <a:pPr/>
            <a:r>
              <a:rPr sz="1800"/>
              <a:t>Tester de red (continuidad y orden de pines).</a:t>
            </a:r>
          </a:p>
          <a:p>
            <a:pPr/>
            <a:r>
              <a:rPr sz="1800"/>
              <a:t>Tijera/herramienta de apoyo para ordenar y enderezar hilos.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Normas de cableado T568A y T568B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Existen dos estándares válidos de orden de colores: T568A y T568B.</a:t>
            </a:r>
          </a:p>
          <a:p>
            <a:pPr/>
            <a:r>
              <a:rPr sz="1800"/>
              <a:t>Cable directo: mismo estándar en ambos extremos (A-A o B-B).</a:t>
            </a:r>
          </a:p>
          <a:p>
            <a:pPr/>
            <a:r>
              <a:rPr sz="1800"/>
              <a:t>Cable cruzado: un extremo T568A y el otro T568B (A-B).</a:t>
            </a:r>
          </a:p>
          <a:p>
            <a:pPr/>
            <a:r>
              <a:rPr sz="1800"/>
              <a:t>En práctica actual, el cable directo es el más común para puestos de 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Orden de colores por pin — T568A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/>
                    <a:lstStyle/>
                    <a:p>
                      <a:r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Blanco/Verde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Blanco/Azul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Blanco/Café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Café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Orden de colores por pin — T568B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/>
                    <a:lstStyle/>
                    <a:p>
                      <a:r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Blanco/Verde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Blanco/Azul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Blanco/Café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Café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Tabla comparativa — T568A vs T568B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r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T568A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T568B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Diferencia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Blanco/Naranja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Intercambio par verde/naranja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Intercambio par verde/naranja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Blanco/Naranja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Intercambio par verde/naranja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 cambio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 cambio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Intercambio par verde/naranja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Blanco/Café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 cambio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 cambio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Paso a paso para confeccionar el cable RJ45 (resumen)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1) Medir el cable.</a:t>
            </a:r>
          </a:p>
          <a:p>
            <a:pPr/>
            <a:r>
              <a:rPr sz="1800"/>
              <a:t>2) Cortar.</a:t>
            </a:r>
          </a:p>
          <a:p>
            <a:pPr/>
            <a:r>
              <a:rPr sz="1800"/>
              <a:t>3) Retirar cubierta exterior (2 a 3 cm).</a:t>
            </a:r>
          </a:p>
          <a:p>
            <a:pPr/>
            <a:r>
              <a:rPr sz="1800"/>
              <a:t>4) Separar y ordenar hilos por estándar.</a:t>
            </a:r>
          </a:p>
          <a:p>
            <a:pPr/>
            <a:r>
              <a:rPr sz="1800"/>
              <a:t>5) Enderezar hilos.</a:t>
            </a:r>
          </a:p>
          <a:p>
            <a:pPr/>
            <a:r>
              <a:rPr sz="1800"/>
              <a:t>6) Cortar a la misma longitud.</a:t>
            </a:r>
          </a:p>
          <a:p>
            <a:pPr/>
            <a:r>
              <a:rPr sz="1800"/>
              <a:t>7) Insertar en el conector RJ45.</a:t>
            </a:r>
          </a:p>
          <a:p>
            <a:pPr/>
            <a:r>
              <a:rPr sz="1800"/>
              <a:t>8) Verificar orden, crimpear y repetir en el otro extremo según tipo de cable.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Paso a paso detallado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Medición y corte: dejar holgura para canaletas y curvas.</a:t>
            </a:r>
          </a:p>
          <a:p>
            <a:pPr/>
            <a:r>
              <a:rPr sz="1800"/>
              <a:t>Pelado de cubierta: no cortar conductores internos.</a:t>
            </a:r>
          </a:p>
          <a:p>
            <a:pPr/>
            <a:r>
              <a:rPr sz="1800"/>
              <a:t>Orden de hilos: seguir estrictamente T568A o T568B.</a:t>
            </a:r>
          </a:p>
          <a:p>
            <a:pPr/>
            <a:r>
              <a:rPr sz="1800"/>
              <a:t>Enderezado: facilita inserción completa hasta el fondo del conector.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Paso a paso detallado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Corte final: todos los hilos deben quedar parejos.</a:t>
            </a:r>
          </a:p>
          <a:p>
            <a:pPr/>
            <a:r>
              <a:rPr sz="1800"/>
              <a:t>Inserción: confirmar que cada hilo llegue al frente del RJ45.</a:t>
            </a:r>
          </a:p>
          <a:p>
            <a:pPr/>
            <a:r>
              <a:rPr sz="1800"/>
              <a:t>Verificar orden visualmente antes de prensar.</a:t>
            </a:r>
          </a:p>
          <a:p>
            <a:pPr/>
            <a:r>
              <a:rPr sz="1800"/>
              <a:t>Crimpeado firme y único; repetir en el otro extremo según directo/cruzado.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Cómo usar la crimpeadora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Insertar el conector RJ45 en la ranura correcta.</a:t>
            </a:r>
          </a:p>
          <a:p>
            <a:pPr/>
            <a:r>
              <a:rPr sz="1800"/>
              <a:t>Presionar hasta el tope para fijar contactos y pestaña.</a:t>
            </a:r>
          </a:p>
          <a:p>
            <a:pPr/>
            <a:r>
              <a:rPr sz="1800"/>
              <a:t>Retirar y revisar que los pines hayan penetrado correctamente.</a:t>
            </a:r>
          </a:p>
          <a:p>
            <a:pPr/>
            <a:r>
              <a:rPr sz="1800"/>
              <a:t>Cuidados: herramienta limpia y sin fuerza lateral excesiva.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Cómo probar el cable con tester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Conectar ambos extremos del cable en módulo principal y remoto.</a:t>
            </a:r>
          </a:p>
          <a:p>
            <a:pPr/>
            <a:r>
              <a:rPr sz="1800"/>
              <a:t>Encender tester y ejecutar prueba de continuidad.</a:t>
            </a:r>
          </a:p>
          <a:p>
            <a:pPr/>
            <a:r>
              <a:rPr sz="1800"/>
              <a:t>Resultado correcto: secuencia 1-8 ordenada y sin saltos.</a:t>
            </a:r>
          </a:p>
          <a:p>
            <a:pPr/>
            <a:r>
              <a:rPr sz="1800"/>
              <a:t>Si falla: revisar orden, inserción y repetir crimpeado si corresponde.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Errores comunes al fabricar un cable RJ45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Orden incorrecto de colores.</a:t>
            </a:r>
          </a:p>
          <a:p>
            <a:pPr/>
            <a:r>
              <a:rPr sz="1800"/>
              <a:t>Hilos mal insertados o sin llegar al fondo.</a:t>
            </a:r>
          </a:p>
          <a:p>
            <a:pPr/>
            <a:r>
              <a:rPr sz="1800"/>
              <a:t>Cubierta exterior mal cortada.</a:t>
            </a:r>
          </a:p>
          <a:p>
            <a:pPr/>
            <a:r>
              <a:rPr sz="1800"/>
              <a:t>Conector mal prensado.</a:t>
            </a:r>
          </a:p>
          <a:p>
            <a:pPr/>
            <a:r>
              <a:rPr sz="1800"/>
              <a:t>Exceso de destrenzado.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Buenas prácticas y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Mantener ordenado el puesto de trabajo.</a:t>
            </a:r>
          </a:p>
          <a:p>
            <a:pPr/>
            <a:r>
              <a:rPr sz="1800"/>
              <a:t>Cuidado con herramientas cortantes.</a:t>
            </a:r>
          </a:p>
          <a:p>
            <a:pPr/>
            <a:r>
              <a:rPr sz="1800"/>
              <a:t>Verificar dos veces el orden antes del crimpeado final.</a:t>
            </a:r>
          </a:p>
          <a:p>
            <a:pPr/>
            <a:r>
              <a:rPr sz="1800"/>
              <a:t>Etiquetar cables terminados para facilitar soporte.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Actividad práctica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Confeccionar un cable UTP con conectores RJ45.</a:t>
            </a:r>
          </a:p>
          <a:p>
            <a:pPr/>
            <a:r>
              <a:rPr sz="1800"/>
              <a:t>Aplicar estándar indicado por el docente (directo o cruzado).</a:t>
            </a:r>
          </a:p>
          <a:p>
            <a:pPr/>
            <a:r>
              <a:rPr sz="1800"/>
              <a:t>Probar continuidad con tester.</a:t>
            </a:r>
          </a:p>
          <a:p>
            <a:pPr/>
            <a:r>
              <a:rPr sz="1800"/>
              <a:t>Registrar resultado y correcciones realizadas.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Cierre /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Un cable bien confeccionado depende del orden correcto de colores y un buen crimpeado.</a:t>
            </a:r>
          </a:p>
          <a:p>
            <a:pPr/>
            <a:r>
              <a:rPr sz="1800"/>
              <a:t>Respetar T568A/T568B asegura compatibilidad y calidad de enlace.</a:t>
            </a:r>
          </a:p>
          <a:p>
            <a:pPr/>
            <a:r>
              <a:rPr sz="1800"/>
              <a:t>Siempre validar con tester antes de usar en producción o laboratorio.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Bibliografía / 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ANSI/TIA-568. Estándar de cableado de telecomunicaciones.</a:t>
            </a:r>
          </a:p>
          <a:p>
            <a:pPr/>
            <a:r>
              <a:rPr sz="1800"/>
              <a:t>Cisco Networking Academy. Fundamentos de Ethernet y cableado.</a:t>
            </a:r>
          </a:p>
          <a:p>
            <a:pPr/>
            <a:r>
              <a:rPr sz="1800"/>
              <a:t>Fluke Networks. Guías de prueba para cableado de cobre.</a:t>
            </a:r>
          </a:p>
          <a:p>
            <a:pPr/>
            <a:r>
              <a:rPr sz="1800"/>
              <a:t>Fichas técnicas de fabricantes de conectores RJ45.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