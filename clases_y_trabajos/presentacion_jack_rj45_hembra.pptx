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Instalación de Jack RJ45 Hembra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669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4371"/>
                </a:solidFill>
              </a:defRPr>
            </a:pPr>
            <a:r>
              <a:t>Ponchado, normas T568A/T568B y prueba de conectividad</a:t>
            </a:r>
          </a:p>
          <a:p>
            <a:pPr>
              <a:defRPr sz="2000"/>
            </a:pPr>
            <a:r>
              <a:t>Curso: Conectividad y Redes</a:t>
            </a:r>
            <a:br/>
            <a:r>
              <a:t>Fecha: ____________</a:t>
            </a:r>
            <a:br/>
            <a:r>
              <a:t>Relator/a: ____________</a:t>
            </a:r>
          </a:p>
        </p:txBody>
      </p:sp>
      <p:pic>
        <p:nvPicPr>
          <p:cNvPr id="7" name="Picture 6" descr="j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5778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492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Identificar el jack RJ45 hembra y su función en cableado estructurado.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Diferenciar jack hembra vs conector RJ45 macho.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Aplicar orden de colores (T568A o T568B).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Instalar, ponchar y comprobar un punto de red.</a:t>
            </a:r>
          </a:p>
        </p:txBody>
      </p:sp>
      <p:pic>
        <p:nvPicPr>
          <p:cNvPr id="7" name="Picture 6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846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¿Qué es un jack RJ45 hembra?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• Conector fijo (keystone) para terminar cable UTP en un punto de red.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Se instala en roseta, faceplate, caja superficial o patch panel.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Usa contactos IDC: los hilos se insertan y se ponchan.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Permite conectar patch cords de forma ordenada y mantenible.</a:t>
            </a:r>
          </a:p>
        </p:txBody>
      </p:sp>
      <p:pic>
        <p:nvPicPr>
          <p:cNvPr id="7" name="Picture 6" descr="j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212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Jack hembra vs RJ45 macho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Jack hembra: conector fijo del cableado estructurado.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RJ45 macho: conector terminal del patch cord.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Hembra se PONCHA (herramienta de impacto).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Macho se CRIMPEA (crimpeadora).</a:t>
            </a:r>
          </a:p>
        </p:txBody>
      </p:sp>
      <p:pic>
        <p:nvPicPr>
          <p:cNvPr id="7" name="Picture 6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Aplicaciones del jack RJ45 hembra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71323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Puestos de trabajo en oficinas y salas de clases.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Salidas de red en canalizaciones y cajas murales.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Terminación en patch panel de racks de telecomunicaciones.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Integración limpia, segura y escalable del cableado.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Herramientas necesarias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5836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• Cable UTP (Cat5e/Cat6) y jack RJ45 hembra.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Herramienta de impacto (punch down).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Pelacables/cortador y patch cord para prueba.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Tester de red y roseta/faceplate (si corresponde).</a:t>
            </a:r>
          </a:p>
        </p:txBody>
      </p:sp>
      <p:pic>
        <p:nvPicPr>
          <p:cNvPr id="7" name="Picture 6" descr="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Materiales y elementos de 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698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Etiquetas para identificar punto de red y puerto.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Organizadores o velcros para orden de cableado.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Patch cord certificado para pruebas finales.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Planilla de registro (norma usada y resultado del test).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Normas de cableado: T568A y T568B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3093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• Son estándares válidos para ordenar los 8 conductores.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Se debe mantener la misma norma en cada enlace.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El jack trae guía de colores impresa para facilitar instalación.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En instituciones, seguir la norma definida por la organización.</a:t>
            </a:r>
          </a:p>
        </p:txBody>
      </p:sp>
      <p:pic>
        <p:nvPicPr>
          <p:cNvPr id="7" name="Picture 6" descr="t56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2286000"/>
          </a:xfrm>
          <a:prstGeom prst="rect">
            <a:avLst/>
          </a:prstGeom>
        </p:spPr>
      </p:pic>
      <p:pic>
        <p:nvPicPr>
          <p:cNvPr id="8" name="Picture 7" descr="t56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035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Orden de colores T568A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1206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Pin 1: Blanco/Verde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2: Verde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3: Blanco/Naranjo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4: Azul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5: Blanco/Azul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6: Naranjo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7: Blanco/Café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8: Café</a:t>
            </a:r>
          </a:p>
        </p:txBody>
      </p:sp>
      <p:pic>
        <p:nvPicPr>
          <p:cNvPr id="7" name="Picture 6" descr="t56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6309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Orden de colores T568B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1206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Pin 1: Blanco/Naranjo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2: Naranjo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3: Blanco/Verde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4: Azul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5: Blanco/Azul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6: Verde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7: Blanco/Café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Pin 8: Café</a:t>
            </a:r>
          </a:p>
        </p:txBody>
      </p:sp>
      <p:pic>
        <p:nvPicPr>
          <p:cNvPr id="7" name="Picture 6" descr="t56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6309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Tabla comparativa T568A vs T568B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5836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Pin</a:t>
                      </a:r>
                    </a:p>
                  </a:txBody>
                  <a:tcPr>
                    <a:solidFill>
                      <a:srgbClr val="1743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T568A</a:t>
                      </a:r>
                    </a:p>
                  </a:txBody>
                  <a:tcPr>
                    <a:solidFill>
                      <a:srgbClr val="1743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T568B</a:t>
                      </a:r>
                    </a:p>
                  </a:txBody>
                  <a:tcPr>
                    <a:solidFill>
                      <a:srgbClr val="17437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Bl/Verde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Bl/Naranjo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Naranjo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Bl/Naranjo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Bl/Verde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Naranjo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Verde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Los pines 4, 5, 7 y 8 no cambian entre normas.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No mezclar normas en un mismo enlace sin intención.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Partes del jack RJ45 hembra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Contactos IDC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Guía de colores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Tapa/seguro (según modelo)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Carcasa keystone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Puerto frontal RJ45</a:t>
            </a:r>
          </a:p>
        </p:txBody>
      </p:sp>
      <p:pic>
        <p:nvPicPr>
          <p:cNvPr id="7" name="Picture 6" descr="j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Paso a paso general de instalación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035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1) Medir cable y retirar cubierta exterior.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2) Separar pares y elegir norma (A/B).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3) Ubicar hilos según guía de colores.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4) Insertar en IDC y usar herramienta de impacto.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5) Montar jack y probar conectividad.</a:t>
            </a:r>
          </a:p>
        </p:txBody>
      </p:sp>
      <p:pic>
        <p:nvPicPr>
          <p:cNvPr id="7" name="Picture 6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Detallado 1: preparación del 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Retirar solo la cubierta necesaria (2–3 cm aprox.).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Evitar cortes o marcas en los conductores internos.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Mantener el trenzado lo más cercano al punto de ponchado.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Verificar longitud y holgura para montaje cómodo.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Detallado 2: orden y ponchado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Seguir estrictamente T568A o T568B.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Insertar cada hilo en su ranura IDC correcta.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Usar la herramienta en posición recta y firme.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Error típico: hilo cruzado o ponchado incompleto.</a:t>
            </a:r>
          </a:p>
        </p:txBody>
      </p:sp>
      <p:pic>
        <p:nvPicPr>
          <p:cNvPr id="7" name="Picture 6" descr="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Detallado 3: montaje final y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Cerrar/fijar el jack según fabricante.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Montar en roseta o patch panel.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Conectar patch cord y tester de red.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Confirmar continuidad y orden correcto de pines.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Cómo usar la herramienta de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3093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Función: asentar conductor en IDC y cortar excedente.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Seguridad: dedos fuera de la zona de corte.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Posición correcta: perpendicular a la ranura.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Aplicar presión controlada, sin torsionar el jack.</a:t>
            </a:r>
          </a:p>
        </p:txBody>
      </p:sp>
      <p:pic>
        <p:nvPicPr>
          <p:cNvPr id="7" name="Picture 6" descr="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Errores comunes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Mezclar T568A y T568B sin intención.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Cortar demasiado la cubierta del cable.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Destrenzar excesivamente los pares.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Ponchado incompleto o hilo fuera de ranura.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Mala fijación del jack en roseta/patch panel.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Buenas prácticas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82828"/>
                </a:solidFill>
              </a:defRPr>
            </a:pPr>
            <a:r>
              <a:t>• Mantener orden del cableado y radio de curvatura.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Etiquetar todos los puntos de red.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Verificar dos veces antes de cerrar la caja.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Probar siempre al finalizar la instalación.</a:t>
            </a:r>
          </a:p>
          <a:p>
            <a:pPr>
              <a:defRPr sz="2300">
                <a:solidFill>
                  <a:srgbClr val="282828"/>
                </a:solidFill>
              </a:defRPr>
            </a:pPr>
            <a:r>
              <a:t>• Documentar norma usada y resultado del 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Actividad práctica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En equipos: instalar 1 jack RJ45 hembra funcional.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Checklist: norma elegida, ponchado correcto y prueba con tester.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Criterios: orden, seguridad, funcionamiento y limpieza final.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Cierre y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El jack RJ45 hembra es clave en cableado estructurado.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• Diferenciar hembra (ponchado) de macho (crimpado) evita errores.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• Respetar estándar y buenas prácticas asegura conectividad confiable.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4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Bibliografía / referencias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463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CF0FF"/>
                </a:solidFill>
              </a:rPr>
              <a:t>Clase de Conectividad y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82828"/>
                </a:solidFill>
              </a:defRPr>
            </a:pPr>
            <a:r>
              <a:t>• ANSI/TIA-568.2-D: Balanced Twisted-Pair Telecommunications Cabling.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BICSI TDMM (manual de buenas prácticas de cableado).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Fichas técnicas de jacks keystone Cat5e/Cat6 de fabricantes.</a:t>
            </a:r>
          </a:p>
          <a:p>
            <a:pPr>
              <a:defRPr sz="2100">
                <a:solidFill>
                  <a:srgbClr val="282828"/>
                </a:solidFill>
              </a:defRPr>
            </a:pPr>
            <a:r>
              <a:t>• Manual de uso de tester y herramienta punch down del laboratorio.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